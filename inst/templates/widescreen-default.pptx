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 type="screen16x9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60480" cy="5486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960120"/>
            <a:ext cx="11460480" cy="5166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5760" y="6355994"/>
            <a:ext cx="2133295" cy="3648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355994"/>
            <a:ext cx="3047695" cy="3648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944" y="6355994"/>
            <a:ext cx="2133295" cy="3648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2026-08-01T14:18:18Z</dcterms:modified>
  <cp:category/>
</cp:coreProperties>
</file>