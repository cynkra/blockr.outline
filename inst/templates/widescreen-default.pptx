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 type="screen16x9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5760" y="365760"/>
            <a:ext cx="1146048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5760" y="1554480"/>
            <a:ext cx="1146048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5760" y="6355994"/>
            <a:ext cx="2133295" cy="3648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0" y="6355994"/>
            <a:ext cx="3047695" cy="3648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92944" y="6355994"/>
            <a:ext cx="2133295" cy="3648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2026-07-29T07:45:36Z</dcterms:modified>
  <cp:category/>
</cp:coreProperties>
</file>